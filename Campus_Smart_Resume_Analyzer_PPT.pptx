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E96"/>
                </a:solidFill>
                <a:latin typeface="Aptos"/>
              </a:defRPr>
            </a:pPr>
            <a:r>
              <a:t>CAMPUS SMART RESUME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OOPS Through Java Lab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Mini Project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Analyze • Improve • Get Placement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E96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Students often do not know whether their resume matches a target job role.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Missing technical skills and weak resume evidence can reduce placement opportunities.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Manual checking is time-consuming.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Our system gives a quick score, matched skills, missing skills and suggestions.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E96"/>
                </a:solidFill>
                <a:latin typeface="Aptos"/>
              </a:defRPr>
            </a:pPr>
            <a:r>
              <a:t>2.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A web application for campus placement preparation.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Student enters profile and selects a target role.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Resume text can be pasted or loaded from a .txt file.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Java analyzes keywords and generates a simple placement-readiness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E96"/>
                </a:solidFill>
                <a:latin typeface="Aptos"/>
              </a:defRPr>
            </a:pPr>
            <a:r>
              <a:t>3.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Frontend: HTML, CSS, JavaScript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Backend: Java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Core: OOP, Collections, Exception Handling, Multithreading, File Handling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Web layer: Java built-in HttpServer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Storage: In-memory ArrayList for lab demonstration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No external API is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E96"/>
                </a:solidFill>
                <a:latin typeface="Aptos"/>
              </a:defRPr>
            </a:pPr>
            <a:r>
              <a:t>4.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User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HTML + CSS + JavaScript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Java HTTP Server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Student / Resume / Analyzer classes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Skill Matching + Score Calculation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Result Dashboard +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E96"/>
                </a:solidFill>
                <a:latin typeface="Aptos"/>
              </a:defRPr>
            </a:pPr>
            <a:r>
              <a:t>5. OOP Concepts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Classes &amp; Objects – Student, Resume, Analysis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Encapsulation – private fields with getters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Abstraction – abstract ResumeAnalyzer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Inheritance – TechnicalResumeAnalyzer / GeneralResumeAnalyzer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Polymorphism – ResumeAnalyzer reference can point to different analyzer objects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Method Overriding – analyze() 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E96"/>
                </a:solidFill>
                <a:latin typeface="Aptos"/>
              </a:defRPr>
            </a:pPr>
            <a:r>
              <a:t>6. Collections, Exceptions &amp;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ArrayList stores analysis history and skill lists.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InvalidResumeException handles empty/invalid resume input.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NumberFormatException handles invalid CGPA.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ResumeFileReader demonstrates Java file reading.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Browser FileReader loads a .txt resume into the web 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E96"/>
                </a:solidFill>
                <a:latin typeface="Aptos"/>
              </a:defRPr>
            </a:pPr>
            <a:r>
              <a:t>7. Multithreading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Independent analysis preparation tasks are represented by Java Thread objects.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Skill Analysis and Keyword Analysis run as separate tasks.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Thread start() and join() demonstrate concurrency concepts from the lab.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This gives a direct connection to the Multithreading experiment.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E96"/>
                </a:solidFill>
                <a:latin typeface="Aptos"/>
              </a:defRPr>
            </a:pPr>
            <a:r>
              <a:t>8. Working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1. Enter student name, branch and CGPA.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2. Select Java Developer / Web Developer / Software Engineer.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3. Paste resume or load a .txt file.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4. Click Analyze Resume.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5. Java validates and analyzes the content.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6. System shows score, matched skills, missing skills and suggestions.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7. Result is added to history using ArrayList.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E96"/>
                </a:solidFill>
                <a:latin typeface="Aptos"/>
              </a:defRPr>
            </a:pPr>
            <a:r>
              <a:t>9. Sample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Resume Score: 78%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Status: PLACEMENT READY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Matched: Java, OOP, MySQL, Git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Missing: Spring Boot, REST API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Suggestions: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Add evidence of missing skills.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Add projects with measurable outcomes.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Mention internship/training experience if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E96"/>
                </a:solidFill>
                <a:latin typeface="Aptos"/>
              </a:defRPr>
            </a:pPr>
            <a:r>
              <a:t>10.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Campus Smart Resume Analyzer demonstrates practical Java OOP concepts in a web application.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It connects the lab experiments with a real placement-related problem.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Future scope: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PDF/DOCX resume parsing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MySQL database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Job-description matching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Authentication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• AI-based resume recommendations</a:t>
            </a: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</a:p>
          <a:p>
            <a:pPr>
              <a:spcAft>
                <a:spcPts val="800"/>
              </a:spcAft>
              <a:defRPr sz="2000"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